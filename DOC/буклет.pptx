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26" autoAdjust="0"/>
  </p:normalViewPr>
  <p:slideViewPr>
    <p:cSldViewPr snapToGrid="0">
      <p:cViewPr>
        <p:scale>
          <a:sx n="66" d="100"/>
          <a:sy n="66" d="100"/>
        </p:scale>
        <p:origin x="3348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6858002" cy="1219200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1"/>
            <a:ext cx="1728788" cy="12192002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5179" y="1995312"/>
            <a:ext cx="4945261" cy="4244622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5179" y="6403623"/>
            <a:ext cx="4945261" cy="2943577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50789" y="9618138"/>
            <a:ext cx="1543050" cy="649111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25178" y="9618138"/>
            <a:ext cx="2882749" cy="64911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36703" y="9618134"/>
            <a:ext cx="433738" cy="649111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920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642046" y="1099588"/>
            <a:ext cx="5572124" cy="262856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642046" y="3999088"/>
            <a:ext cx="5572124" cy="629638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4194518" y="10459160"/>
            <a:ext cx="1543050" cy="649111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2044" y="10459158"/>
            <a:ext cx="3509612" cy="64911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80431" y="10459157"/>
            <a:ext cx="433738" cy="649111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199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044" y="2523071"/>
            <a:ext cx="5572125" cy="5071532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2044" y="7865533"/>
            <a:ext cx="5572125" cy="2444046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102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2044" y="3999086"/>
            <a:ext cx="2744094" cy="629638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999086"/>
            <a:ext cx="2742306" cy="629638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691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044" y="1100671"/>
            <a:ext cx="5572125" cy="2627486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177" y="3999086"/>
            <a:ext cx="2576962" cy="146473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2044" y="5463820"/>
            <a:ext cx="2744095" cy="483164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38994" y="3999085"/>
            <a:ext cx="2575174" cy="146473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5463820"/>
            <a:ext cx="2742306" cy="483164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615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337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594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022" y="1083735"/>
            <a:ext cx="2169021" cy="2915349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363" y="1053629"/>
            <a:ext cx="3313805" cy="9241838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022" y="3999086"/>
            <a:ext cx="2169021" cy="629638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226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046" y="1083733"/>
            <a:ext cx="2815472" cy="291535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24650" y="1083733"/>
            <a:ext cx="2589520" cy="9211737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40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2044" y="3999086"/>
            <a:ext cx="2815473" cy="629638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868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043" y="7652739"/>
            <a:ext cx="5575700" cy="145663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043" y="1078091"/>
            <a:ext cx="5575700" cy="5866272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2018" y="9109369"/>
            <a:ext cx="5574858" cy="121328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721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070" y="1083733"/>
            <a:ext cx="5572100" cy="609600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2044" y="7857068"/>
            <a:ext cx="5571258" cy="2438398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1571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494" y="1083734"/>
            <a:ext cx="5232798" cy="4886096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67863" y="5983213"/>
            <a:ext cx="4923168" cy="97594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2043" y="7662078"/>
            <a:ext cx="5572127" cy="2647993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22434" y="1277259"/>
            <a:ext cx="342900" cy="103960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63105" y="4915506"/>
            <a:ext cx="342900" cy="103960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7603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044" y="3793854"/>
            <a:ext cx="5572126" cy="4465484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2018" y="8280275"/>
            <a:ext cx="5571284" cy="2027812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747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42046" y="1083733"/>
            <a:ext cx="5572124" cy="338666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42043" y="4754601"/>
            <a:ext cx="1798256" cy="12192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42044" y="5973801"/>
            <a:ext cx="1797324" cy="43216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39557" y="4760240"/>
            <a:ext cx="1791217" cy="12192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539556" y="5979440"/>
            <a:ext cx="1791719" cy="43216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99" y="4754601"/>
            <a:ext cx="1797170" cy="12192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4416999" y="5973801"/>
            <a:ext cx="1797170" cy="43216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6683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42045" y="1083733"/>
            <a:ext cx="5572124" cy="338666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42045" y="7830393"/>
            <a:ext cx="1797323" cy="102446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42045" y="4741330"/>
            <a:ext cx="1797323" cy="2709333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35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42045" y="8854861"/>
            <a:ext cx="1797323" cy="145394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25093" y="7830393"/>
            <a:ext cx="1800225" cy="102446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525093" y="4741330"/>
            <a:ext cx="1799404" cy="2709333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35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524271" y="8854857"/>
            <a:ext cx="1800225" cy="144060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7070" y="7830391"/>
            <a:ext cx="1794792" cy="102446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4417000" y="4741330"/>
            <a:ext cx="1797170" cy="2709333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35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4416999" y="8854854"/>
            <a:ext cx="1797170" cy="14406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842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451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86351" y="1083734"/>
            <a:ext cx="1127819" cy="921173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2043" y="1083734"/>
            <a:ext cx="4358582" cy="921173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386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100000">
              <a:schemeClr val="accent2">
                <a:lumMod val="0"/>
                <a:lumOff val="100000"/>
              </a:schemeClr>
            </a:gs>
            <a:gs pos="4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6858002" cy="1219200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1"/>
            <a:ext cx="6781331" cy="12192002"/>
            <a:chOff x="-14288" y="0"/>
            <a:chExt cx="9041774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046" y="1099588"/>
            <a:ext cx="5572124" cy="2628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2046" y="3999088"/>
            <a:ext cx="5572124" cy="6296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94518" y="10459160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2044" y="10459158"/>
            <a:ext cx="3509612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80431" y="10459157"/>
            <a:ext cx="433738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3027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-1" y="888164"/>
            <a:ext cx="6858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>
              <a:bevelT w="25400" h="95250"/>
            </a:sp3d>
          </a:bodyPr>
          <a:lstStyle/>
          <a:p>
            <a:pPr algn="ctr"/>
            <a:r>
              <a:rPr lang="ru-RU" sz="5400" b="1" cap="none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</a:rPr>
              <a:t>Компьютерные сети</a:t>
            </a:r>
            <a:endParaRPr lang="ru-RU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4694" y="6604000"/>
            <a:ext cx="570860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</a:rPr>
              <a:t>Экспресс-курс </a:t>
            </a:r>
            <a:r>
              <a:rPr lang="ru-RU" sz="2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</a:rPr>
              <a:t>для обучающихся 1-2 курсов по направлениям </a:t>
            </a:r>
            <a:r>
              <a:rPr lang="ru-RU" sz="20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</a:rPr>
              <a:t>ИТС.</a:t>
            </a:r>
          </a:p>
          <a:p>
            <a:pPr algn="just"/>
            <a:endParaRPr lang="ru-RU" sz="20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bri" panose="020F0502020204030204" pitchFamily="34" charset="0"/>
            </a:endParaRPr>
          </a:p>
          <a:p>
            <a:pPr algn="just"/>
            <a:r>
              <a:rPr lang="ru-RU" sz="20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</a:rPr>
              <a:t>В рамках курса будут подняты темы:</a:t>
            </a:r>
          </a:p>
          <a:p>
            <a:pPr algn="just"/>
            <a:endParaRPr lang="ru-RU" sz="20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bri" panose="020F0502020204030204" pitchFamily="34" charset="0"/>
            </a:endParaRPr>
          </a:p>
          <a:p>
            <a:pPr algn="just"/>
            <a:r>
              <a:rPr lang="ru-RU" sz="20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</a:rPr>
              <a:t>Принципы работы</a:t>
            </a:r>
            <a:r>
              <a:rPr lang="en-US" sz="2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</a:rPr>
              <a:t> </a:t>
            </a:r>
            <a:r>
              <a:rPr lang="ru-RU" sz="20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</a:rPr>
              <a:t>и организации компьютерных сетей на информационном и прикладном уровне</a:t>
            </a:r>
          </a:p>
          <a:p>
            <a:pPr algn="just"/>
            <a:endParaRPr lang="ru-RU" sz="20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bri" panose="020F0502020204030204" pitchFamily="34" charset="0"/>
            </a:endParaRPr>
          </a:p>
          <a:p>
            <a:pPr algn="just"/>
            <a:r>
              <a:rPr lang="ru-RU" sz="20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</a:rPr>
              <a:t>Вы научитесь:</a:t>
            </a:r>
          </a:p>
          <a:p>
            <a:pPr algn="just"/>
            <a:endParaRPr lang="ru-RU" sz="2000" b="1" spc="50" dirty="0" smtClean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bri" panose="020F0502020204030204" pitchFamily="34" charset="0"/>
            </a:endParaRPr>
          </a:p>
          <a:p>
            <a:pPr marL="457200" indent="-457200" algn="just">
              <a:buAutoNum type="arabicParenR"/>
            </a:pPr>
            <a:r>
              <a:rPr lang="ru-RU" sz="20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</a:rPr>
              <a:t>Настраивать локальную сеть</a:t>
            </a:r>
          </a:p>
          <a:p>
            <a:pPr marL="457200" indent="-457200" algn="just">
              <a:buAutoNum type="arabicParenR"/>
            </a:pPr>
            <a:r>
              <a:rPr lang="ru-RU" sz="20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</a:rPr>
              <a:t>Администрировать сети</a:t>
            </a:r>
          </a:p>
          <a:p>
            <a:pPr marL="457200" indent="-457200" algn="just">
              <a:buAutoNum type="arabicParenR"/>
            </a:pPr>
            <a:r>
              <a:rPr lang="ru-RU" sz="2000" b="1" spc="5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</a:rPr>
              <a:t>Развертывать </a:t>
            </a:r>
            <a:r>
              <a:rPr lang="ru-RU" sz="20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</a:rPr>
              <a:t>приложения на удаленном устройстве</a:t>
            </a:r>
            <a:endParaRPr lang="ru-RU" sz="20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Calibri" panose="020F050202020403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534" y="2614045"/>
            <a:ext cx="4044929" cy="318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35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52</TotalTime>
  <Words>42</Words>
  <Application>Microsoft Office PowerPoint</Application>
  <PresentationFormat>Широкоэкранный</PresentationFormat>
  <Paragraphs>12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Trebuchet MS</vt:lpstr>
      <vt:lpstr>Tw Cen MT</vt:lpstr>
      <vt:lpstr>Контур</vt:lpstr>
      <vt:lpstr>Презентация PowerPoint</vt:lpstr>
    </vt:vector>
  </TitlesOfParts>
  <Company>VVSU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Голубев Михаил</dc:creator>
  <cp:lastModifiedBy>Голубев Михаил</cp:lastModifiedBy>
  <cp:revision>6</cp:revision>
  <dcterms:created xsi:type="dcterms:W3CDTF">2026-02-20T02:14:11Z</dcterms:created>
  <dcterms:modified xsi:type="dcterms:W3CDTF">2026-02-20T03:06:58Z</dcterms:modified>
</cp:coreProperties>
</file>